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40B86-AB5B-4D3F-A669-29A5E1010341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C8205-C1CC-4CFF-8DBF-43D6950F4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42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0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4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8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5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6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87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6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21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9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2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359C4-1F26-43CF-AE9C-79E9D9A2185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F1674-5A8F-4B82-88C3-98F827E39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6D4C69-FD0C-4207-B938-AB93A6F6A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B1EF37F-3B49-441A-B53D-52D5A296A9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 Principles and Qualities in a Compiler</a:t>
            </a:r>
          </a:p>
        </p:txBody>
      </p:sp>
    </p:spTree>
    <p:extLst>
      <p:ext uri="{BB962C8B-B14F-4D97-AF65-F5344CB8AC3E}">
        <p14:creationId xmlns:p14="http://schemas.microsoft.com/office/powerpoint/2010/main" val="1359061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7589-C22E-4773-87E9-9EE78EDD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03B8A-1F55-4E23-80AF-1529C5294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Lexical Analyzer (Scanner)</a:t>
            </a:r>
          </a:p>
          <a:p>
            <a:pPr lvl="1"/>
            <a:r>
              <a:rPr lang="en-US" dirty="0"/>
              <a:t>Read source code character by character, group them into meaningful tokens (</a:t>
            </a:r>
            <a:r>
              <a:rPr lang="en-US" dirty="0" err="1"/>
              <a:t>s.a.</a:t>
            </a:r>
            <a:r>
              <a:rPr lang="en-US" dirty="0"/>
              <a:t> keywords, identifiers, operators)</a:t>
            </a:r>
          </a:p>
          <a:p>
            <a:r>
              <a:rPr lang="en-US" dirty="0"/>
              <a:t>Syntax Analyzer (Parser)</a:t>
            </a:r>
          </a:p>
          <a:p>
            <a:pPr lvl="1"/>
            <a:r>
              <a:rPr lang="en-US" dirty="0"/>
              <a:t>Arrange tokens into a tree structure (called parse tree or AST</a:t>
            </a:r>
          </a:p>
          <a:p>
            <a:pPr lvl="1"/>
            <a:r>
              <a:rPr lang="en-US" dirty="0"/>
              <a:t>Compare the tree with grammar rules and identify non-compliances</a:t>
            </a:r>
          </a:p>
          <a:p>
            <a:r>
              <a:rPr lang="en-US" dirty="0"/>
              <a:t>Semantic Analyzer</a:t>
            </a:r>
          </a:p>
          <a:p>
            <a:pPr lvl="1"/>
            <a:r>
              <a:rPr lang="en-US" dirty="0"/>
              <a:t>Check for logical and meaning-based errors </a:t>
            </a:r>
            <a:r>
              <a:rPr lang="en-US" dirty="0" err="1"/>
              <a:t>s.a.</a:t>
            </a:r>
            <a:r>
              <a:rPr lang="en-US" dirty="0"/>
              <a:t> type mismatch, using an undeclared variable etc.</a:t>
            </a:r>
          </a:p>
          <a:p>
            <a:r>
              <a:rPr lang="en-US" dirty="0"/>
              <a:t>Intermediate Code Generator</a:t>
            </a:r>
          </a:p>
          <a:p>
            <a:pPr lvl="1"/>
            <a:r>
              <a:rPr lang="en-US" dirty="0"/>
              <a:t>Generate machine-independent intermediate representation</a:t>
            </a:r>
          </a:p>
          <a:p>
            <a:pPr lvl="1"/>
            <a:r>
              <a:rPr lang="en-US" dirty="0"/>
              <a:t>Bridge between HL source code and the low-level target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FE64B-F7B2-4623-BACA-C129D2DC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084" y="557839"/>
            <a:ext cx="2553056" cy="2400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402DC4-1846-43F0-8925-E4BF54972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084" y="455167"/>
            <a:ext cx="2244716" cy="2740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E21AAF-DBA3-43B6-94EB-24B0D1EB6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563" y="557839"/>
            <a:ext cx="2813130" cy="2490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8A740F-5FC2-498C-AFAB-34F00903B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750" y="994483"/>
            <a:ext cx="2845773" cy="214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3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1A95-62BF-435C-896B-9C6C929B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60B87-6B81-41F6-9DCA-43828D57A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Optimizer</a:t>
            </a:r>
          </a:p>
          <a:p>
            <a:pPr lvl="1"/>
            <a:r>
              <a:rPr lang="en-US" dirty="0"/>
              <a:t>Improves intermediate code so that final program runs faster and uses less memory</a:t>
            </a:r>
          </a:p>
          <a:p>
            <a:r>
              <a:rPr lang="en-US" dirty="0"/>
              <a:t>Code Generator</a:t>
            </a:r>
          </a:p>
          <a:p>
            <a:pPr lvl="1"/>
            <a:r>
              <a:rPr lang="en-US" dirty="0"/>
              <a:t>Translate the optimized intermediate code to target language (usually low-level assembly language or machine language)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EBA5D-18C7-4AC5-ADA3-D33E7251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988" y="324784"/>
            <a:ext cx="2622865" cy="2000949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07CDCB50-DB25-4248-AE89-E138C6CBC07C}"/>
              </a:ext>
            </a:extLst>
          </p:cNvPr>
          <p:cNvSpPr txBox="1"/>
          <p:nvPr/>
        </p:nvSpPr>
        <p:spPr>
          <a:xfrm>
            <a:off x="6325585" y="6354764"/>
            <a:ext cx="528440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0000"/>
                </a:solidFill>
              </a:rPr>
              <a:t>Code proposed by LLM, use with caution.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24989E6-63A6-4BC5-B571-B3E35A556994}"/>
              </a:ext>
            </a:extLst>
          </p:cNvPr>
          <p:cNvSpPr txBox="1"/>
          <p:nvPr/>
        </p:nvSpPr>
        <p:spPr>
          <a:xfrm>
            <a:off x="2057396" y="4411945"/>
            <a:ext cx="10078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 (Assembly Code)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LDF 	R2, y		; Load variable y into Register 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ADDF 	R2, R2, #5.0	; Add 5.0 to Register 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STF 	x, R2		; Store the result from Register 2 into variable x</a:t>
            </a:r>
          </a:p>
        </p:txBody>
      </p:sp>
    </p:spTree>
    <p:extLst>
      <p:ext uri="{BB962C8B-B14F-4D97-AF65-F5344CB8AC3E}">
        <p14:creationId xmlns:p14="http://schemas.microsoft.com/office/powerpoint/2010/main" val="28901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 and Other Disciplines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6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and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8" descr="Slide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63063" y="1690688"/>
            <a:ext cx="7069332" cy="442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636099" y="1720136"/>
            <a:ext cx="2438400" cy="84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2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 and 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  <a:p>
            <a:pPr lvl="1"/>
            <a:r>
              <a:rPr lang="en-US" dirty="0"/>
              <a:t>Modularity</a:t>
            </a:r>
          </a:p>
          <a:p>
            <a:pPr lvl="1"/>
            <a:r>
              <a:rPr lang="en-US" dirty="0"/>
              <a:t>Exception handling</a:t>
            </a:r>
          </a:p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Early software which were engineered</a:t>
            </a:r>
          </a:p>
          <a:p>
            <a:r>
              <a:rPr lang="en-US" dirty="0"/>
              <a:t>Databases</a:t>
            </a:r>
          </a:p>
          <a:p>
            <a:pPr lvl="1"/>
            <a:r>
              <a:rPr lang="en-US" dirty="0"/>
              <a:t>Components of large systems</a:t>
            </a:r>
          </a:p>
          <a:p>
            <a:r>
              <a:rPr lang="en-US" dirty="0"/>
              <a:t>Artificial Intelligence</a:t>
            </a:r>
          </a:p>
          <a:p>
            <a:r>
              <a:rPr lang="en-US" dirty="0"/>
              <a:t>Theoretical CS</a:t>
            </a:r>
          </a:p>
        </p:txBody>
      </p:sp>
    </p:spTree>
    <p:extLst>
      <p:ext uri="{BB962C8B-B14F-4D97-AF65-F5344CB8AC3E}">
        <p14:creationId xmlns:p14="http://schemas.microsoft.com/office/powerpoint/2010/main" val="1953829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and Management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Multi-person endeavor</a:t>
            </a:r>
          </a:p>
          <a:p>
            <a:r>
              <a:rPr lang="en-US" dirty="0"/>
              <a:t>Project Estimation</a:t>
            </a:r>
          </a:p>
          <a:p>
            <a:r>
              <a:rPr lang="en-US" dirty="0"/>
              <a:t>Project Scheduling</a:t>
            </a:r>
          </a:p>
          <a:p>
            <a:r>
              <a:rPr lang="en-US" dirty="0"/>
              <a:t>Human Resource Planning</a:t>
            </a:r>
          </a:p>
          <a:p>
            <a:r>
              <a:rPr lang="en-US" dirty="0"/>
              <a:t>Task Decomposition</a:t>
            </a:r>
          </a:p>
          <a:p>
            <a:r>
              <a:rPr lang="en-US" dirty="0"/>
              <a:t>Task Assignment</a:t>
            </a:r>
          </a:p>
          <a:p>
            <a:r>
              <a:rPr lang="en-US" dirty="0"/>
              <a:t>Project Tracking</a:t>
            </a:r>
          </a:p>
          <a:p>
            <a:r>
              <a:rPr lang="en-US" dirty="0"/>
              <a:t>Hiring people, motivating people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48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 and Systems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complex systems e.g. chemical plants, factory monitoring system, flight control system, buildings, bridges</a:t>
            </a:r>
          </a:p>
          <a:p>
            <a:r>
              <a:rPr lang="en-US" dirty="0"/>
              <a:t>Software is often a component of a larger system</a:t>
            </a:r>
          </a:p>
          <a:p>
            <a:r>
              <a:rPr lang="en-US" dirty="0"/>
              <a:t>Software engineer should take broader look</a:t>
            </a:r>
          </a:p>
          <a:p>
            <a:pPr lvl="1"/>
            <a:r>
              <a:rPr lang="en-US" dirty="0"/>
              <a:t>Understand application area </a:t>
            </a:r>
          </a:p>
          <a:p>
            <a:r>
              <a:rPr lang="en-US" dirty="0"/>
              <a:t>Flexibility vs Performance</a:t>
            </a:r>
          </a:p>
        </p:txBody>
      </p:sp>
    </p:spTree>
    <p:extLst>
      <p:ext uri="{BB962C8B-B14F-4D97-AF65-F5344CB8AC3E}">
        <p14:creationId xmlns:p14="http://schemas.microsoft.com/office/powerpoint/2010/main" val="2595942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 and Other Disciplines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Civil Engineering</a:t>
            </a:r>
          </a:p>
          <a:p>
            <a:r>
              <a:rPr lang="en-US" dirty="0"/>
              <a:t>Mechanical Engineering</a:t>
            </a:r>
          </a:p>
          <a:p>
            <a:r>
              <a:rPr lang="en-US" dirty="0"/>
              <a:t>Computer (Hardware) Engineering</a:t>
            </a:r>
          </a:p>
          <a:p>
            <a:r>
              <a:rPr lang="en-US"/>
              <a:t>Medicine???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9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</TotalTime>
  <Words>280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Case Study</vt:lpstr>
      <vt:lpstr>Components of a Compiler</vt:lpstr>
      <vt:lpstr>Components of a Compiler</vt:lpstr>
      <vt:lpstr>Software Engineering and Other Disciplines</vt:lpstr>
      <vt:lpstr>Software Engineering and Computer Science</vt:lpstr>
      <vt:lpstr>SE and CS</vt:lpstr>
      <vt:lpstr>Software Engineering and Management Science</vt:lpstr>
      <vt:lpstr>SE and Systems Engineering</vt:lpstr>
      <vt:lpstr>SE and Other Disciplines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and Other Disciplines</dc:title>
  <dc:creator>Zeeshan Ali Rana</dc:creator>
  <cp:lastModifiedBy>ZAR</cp:lastModifiedBy>
  <cp:revision>22</cp:revision>
  <dcterms:created xsi:type="dcterms:W3CDTF">2021-04-08T04:01:28Z</dcterms:created>
  <dcterms:modified xsi:type="dcterms:W3CDTF">2026-09-17T15:09:47Z</dcterms:modified>
</cp:coreProperties>
</file>